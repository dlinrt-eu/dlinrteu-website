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syntheticmr" TargetMode="External"/><Relationship Id="rId82" Type="http://schemas.openxmlformats.org/officeDocument/2006/relationships/hyperlink" Target="https://dlinrt.eu/products/company/syntheticmr" TargetMode="External"/><Relationship Id="rId84" Type="http://schemas.openxmlformats.org/officeDocument/2006/relationships/hyperlink" Target="https://dlinrt.eu/products/company/raysearch" TargetMode="External"/><Relationship Id="rId85" Type="http://schemas.openxmlformats.org/officeDocument/2006/relationships/hyperlink" Target="https://dlinrt.eu/products/company/raysearch" TargetMode="External"/><Relationship Id="rId87" Type="http://schemas.openxmlformats.org/officeDocument/2006/relationships/hyperlink" Target="https://dlinrt.eu/products/company/airs-medical" TargetMode="External"/><Relationship Id="rId88" Type="http://schemas.openxmlformats.org/officeDocument/2006/relationships/hyperlink" Target="https://dlinrt.eu/products/company/airs-medical" TargetMode="External"/><Relationship Id="rId90" Type="http://schemas.openxmlformats.org/officeDocument/2006/relationships/hyperlink" Target="https://dlinrt.eu/products/company/claripi" TargetMode="External"/><Relationship Id="rId91" Type="http://schemas.openxmlformats.org/officeDocument/2006/relationships/hyperlink" Target="https://dlinrt.eu/products/company/claripi" TargetMode="External"/><Relationship Id="rId93" Type="http://schemas.openxmlformats.org/officeDocument/2006/relationships/hyperlink" Target="https://dlinrt.eu/products/company/subtle-medical" TargetMode="External"/><Relationship Id="rId94" Type="http://schemas.openxmlformats.org/officeDocument/2006/relationships/hyperlink" Target="https://dlinrt.eu/products/company/subtle-medical" TargetMode="External"/><Relationship Id="rId96" Type="http://schemas.openxmlformats.org/officeDocument/2006/relationships/hyperlink" Target="https://dlinrt.eu/products/company/ptw-dosimetry" TargetMode="External"/><Relationship Id="rId97" Type="http://schemas.openxmlformats.org/officeDocument/2006/relationships/hyperlink" Target="https://dlinrt.eu/products/company/ptw-dosimetry" TargetMode="External"/><Relationship Id="rId99" Type="http://schemas.openxmlformats.org/officeDocument/2006/relationships/hyperlink" Target="https://dlinrt.eu/products/company/pymedix" TargetMode="External"/><Relationship Id="rId100" Type="http://schemas.openxmlformats.org/officeDocument/2006/relationships/hyperlink" Target="https://dlinrt.eu/products/company/pymedix" TargetMode="External"/><Relationship Id="rId102" Type="http://schemas.openxmlformats.org/officeDocument/2006/relationships/hyperlink" Target="https://dlinrt.eu/products/company/medlever" TargetMode="External"/><Relationship Id="rId103" Type="http://schemas.openxmlformats.org/officeDocument/2006/relationships/hyperlink" Target="https://dlinrt.eu/products/company/medlever" TargetMode="External"/><Relationship Id="rId105" Type="http://schemas.openxmlformats.org/officeDocument/2006/relationships/hyperlink" Target="https://dlinrt.eu/products/company/medmind-technology" TargetMode="External"/><Relationship Id="rId106" Type="http://schemas.openxmlformats.org/officeDocument/2006/relationships/hyperlink" Target="https://dlinrt.eu/products/company/medmind-technology" TargetMode="External"/><Relationship Id="rId108" Type="http://schemas.openxmlformats.org/officeDocument/2006/relationships/hyperlink" Target="https://dlinrt.eu/products/company/quanta-computer" TargetMode="External"/><Relationship Id="rId109" Type="http://schemas.openxmlformats.org/officeDocument/2006/relationships/hyperlink" Target="https://dlinrt.eu/products/company/quanta-computer" TargetMode="External"/><Relationship Id="rId111" Type="http://schemas.openxmlformats.org/officeDocument/2006/relationships/hyperlink" Target="https://dlinrt.eu/products/company/elekta" TargetMode="External"/><Relationship Id="rId112" Type="http://schemas.openxmlformats.org/officeDocument/2006/relationships/hyperlink" Target="https://dlinrt.eu/products/company/elekta" TargetMode="External"/><Relationship Id="rId114" Type="http://schemas.openxmlformats.org/officeDocument/2006/relationships/hyperlink" Target="https://dlinrt.eu/products/company/accuray" TargetMode="External"/><Relationship Id="rId115" Type="http://schemas.openxmlformats.org/officeDocument/2006/relationships/hyperlink" Target="https://dlinrt.eu/products/company/accuray" TargetMode="External"/><Relationship Id="rId117" Type="http://schemas.openxmlformats.org/officeDocument/2006/relationships/hyperlink" Target="https://dlinrt.eu/products/company/sun-nuclear" TargetMode="External"/><Relationship Id="rId118" Type="http://schemas.openxmlformats.org/officeDocument/2006/relationships/hyperlink" Target="https://dlinrt.eu/products/company/sun-nuclear" TargetMode="External"/><Relationship Id="rId120" Type="http://schemas.openxmlformats.org/officeDocument/2006/relationships/hyperlink" Target="https://dlinrt.eu/products/company/md-anderson" TargetMode="External"/><Relationship Id="rId121" Type="http://schemas.openxmlformats.org/officeDocument/2006/relationships/hyperlink" Target="https://dlinrt.eu/products/company/md-anderson" TargetMode="External"/><Relationship Id="rId123" Type="http://schemas.openxmlformats.org/officeDocument/2006/relationships/hyperlink" Target="https://dlinrt.eu/products/company/brainlab" TargetMode="External"/><Relationship Id="rId124" Type="http://schemas.openxmlformats.org/officeDocument/2006/relationships/hyperlink" Target="https://dlinrt.eu/products/company/brainlab" TargetMode="External"/><Relationship Id="rId126" Type="http://schemas.openxmlformats.org/officeDocument/2006/relationships/hyperlink" Target="https://dlinrt.eu/products/company/varian" TargetMode="External"/><Relationship Id="rId127" Type="http://schemas.openxmlformats.org/officeDocument/2006/relationships/hyperlink" Target="https://dlinrt.eu/products/company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creativecommons.org/licenses/by/4.0/" TargetMode="External"/><Relationship Id="rId132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1" Type="http://schemas.openxmlformats.org/officeDocument/2006/relationships/image" Target="../media/image-4-44.png"/><Relationship Id="rId133" Type="http://schemas.openxmlformats.org/officeDocument/2006/relationships/slideLayout" Target="../slideLayouts/slideLayout1.xml"/><Relationship Id="rId1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10048"/>
            <a:ext cx="1417712" cy="321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886" y="1298448"/>
            <a:ext cx="77325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468" y="1298448"/>
            <a:ext cx="344424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89369" y="1298448"/>
            <a:ext cx="612958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9617" y="1298448"/>
            <a:ext cx="786796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84428" y="1298448"/>
            <a:ext cx="1171510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8495" y="1316852"/>
            <a:ext cx="1417712" cy="30761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6321" y="2136648"/>
            <a:ext cx="656046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8878" y="2136648"/>
            <a:ext cx="505267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22820" y="2136648"/>
            <a:ext cx="1271719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503780" y="2136648"/>
            <a:ext cx="1184135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65284" y="2136648"/>
            <a:ext cx="1135464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31950" y="2136648"/>
            <a:ext cx="876468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76312" y="2136648"/>
            <a:ext cx="862079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57141" y="2974848"/>
            <a:ext cx="654406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669475" y="2974848"/>
            <a:ext cx="304073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49824" y="2975871"/>
            <a:ext cx="1417712" cy="342377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386992" y="3015393"/>
            <a:ext cx="1417712" cy="263333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024160" y="2989229"/>
            <a:ext cx="1417712" cy="31566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064029" y="2974848"/>
            <a:ext cx="612309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315428" y="2974848"/>
            <a:ext cx="1383846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12132" y="3813048"/>
            <a:ext cx="344424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2112656" y="3817292"/>
            <a:ext cx="1417712" cy="335936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3749824" y="3836400"/>
            <a:ext cx="1417712" cy="297719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386992" y="3839487"/>
            <a:ext cx="1417712" cy="291546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087220" y="3813048"/>
            <a:ext cx="1291590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8976843" y="3813048"/>
            <a:ext cx="786680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697462" y="4651248"/>
            <a:ext cx="973764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2390982" y="4651248"/>
            <a:ext cx="861060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4131518" y="4651248"/>
            <a:ext cx="654323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539727" y="4651248"/>
            <a:ext cx="1112241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255924" y="4651248"/>
            <a:ext cx="95418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814661" y="4651248"/>
            <a:ext cx="1111045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457384" y="4651248"/>
            <a:ext cx="1099935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487486" y="5489448"/>
            <a:ext cx="1393716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2273175" y="5489448"/>
            <a:ext cx="1096673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749824" y="5525932"/>
            <a:ext cx="1417712" cy="271456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5386992" y="5539805"/>
            <a:ext cx="1417712" cy="243710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395345" y="5489448"/>
            <a:ext cx="675341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9051591" y="5489448"/>
            <a:ext cx="637184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10318503" y="5489448"/>
            <a:ext cx="1377696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0" name="Image 43" descr="public/newsletters/2026-06/_assets/linkedin.png">
            <a:hlinkClick r:id="rId132" tooltip="DLinRT on LinkedIn"/>
          </p:cNvPr>
          <p:cNvPicPr>
            <a:picLocks noChangeAspect="1"/>
          </p:cNvPicPr>
          <p:nvPr/>
        </p:nvPicPr>
        <p:blipFill>
          <a:blip r:embed="rId131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2026-06-16T20:39:47Z</dcterms:created>
  <dcterms:modified xsi:type="dcterms:W3CDTF">2026-06-16T20:39:47Z</dcterms:modified>
</cp:coreProperties>
</file>