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syntheticmr" TargetMode="External"/><Relationship Id="rId82" Type="http://schemas.openxmlformats.org/officeDocument/2006/relationships/hyperlink" Target="https://dlinrt.eu/products/company/syntheticmr" TargetMode="External"/><Relationship Id="rId84" Type="http://schemas.openxmlformats.org/officeDocument/2006/relationships/hyperlink" Target="https://dlinrt.eu/products/company/raysearch" TargetMode="External"/><Relationship Id="rId85" Type="http://schemas.openxmlformats.org/officeDocument/2006/relationships/hyperlink" Target="https://dlinrt.eu/products/company/raysearch" TargetMode="External"/><Relationship Id="rId87" Type="http://schemas.openxmlformats.org/officeDocument/2006/relationships/hyperlink" Target="https://dlinrt.eu/products/company/airs-medical" TargetMode="External"/><Relationship Id="rId88" Type="http://schemas.openxmlformats.org/officeDocument/2006/relationships/hyperlink" Target="https://dlinrt.eu/products/company/airs-medical" TargetMode="External"/><Relationship Id="rId90" Type="http://schemas.openxmlformats.org/officeDocument/2006/relationships/hyperlink" Target="https://dlinrt.eu/products/company/claripi" TargetMode="External"/><Relationship Id="rId91" Type="http://schemas.openxmlformats.org/officeDocument/2006/relationships/hyperlink" Target="https://dlinrt.eu/products/company/claripi" TargetMode="External"/><Relationship Id="rId93" Type="http://schemas.openxmlformats.org/officeDocument/2006/relationships/hyperlink" Target="https://dlinrt.eu/products/company/subtle-medical" TargetMode="External"/><Relationship Id="rId94" Type="http://schemas.openxmlformats.org/officeDocument/2006/relationships/hyperlink" Target="https://dlinrt.eu/products/company/subtle-medical" TargetMode="External"/><Relationship Id="rId96" Type="http://schemas.openxmlformats.org/officeDocument/2006/relationships/hyperlink" Target="https://dlinrt.eu/products/company/ptw-dosimetry" TargetMode="External"/><Relationship Id="rId97" Type="http://schemas.openxmlformats.org/officeDocument/2006/relationships/hyperlink" Target="https://dlinrt.eu/products/company/ptw-dosimetry" TargetMode="External"/><Relationship Id="rId99" Type="http://schemas.openxmlformats.org/officeDocument/2006/relationships/hyperlink" Target="https://dlinrt.eu/products/company/pymedix" TargetMode="External"/><Relationship Id="rId100" Type="http://schemas.openxmlformats.org/officeDocument/2006/relationships/hyperlink" Target="https://dlinrt.eu/products/company/pymedix" TargetMode="External"/><Relationship Id="rId102" Type="http://schemas.openxmlformats.org/officeDocument/2006/relationships/hyperlink" Target="https://dlinrt.eu/products/company/medlever" TargetMode="External"/><Relationship Id="rId103" Type="http://schemas.openxmlformats.org/officeDocument/2006/relationships/hyperlink" Target="https://dlinrt.eu/products/company/medlever" TargetMode="External"/><Relationship Id="rId105" Type="http://schemas.openxmlformats.org/officeDocument/2006/relationships/hyperlink" Target="https://dlinrt.eu/products/company/medmind-technology" TargetMode="External"/><Relationship Id="rId106" Type="http://schemas.openxmlformats.org/officeDocument/2006/relationships/hyperlink" Target="https://dlinrt.eu/products/company/medmind-technology" TargetMode="External"/><Relationship Id="rId108" Type="http://schemas.openxmlformats.org/officeDocument/2006/relationships/hyperlink" Target="https://dlinrt.eu/products/company/quanta-computer" TargetMode="External"/><Relationship Id="rId109" Type="http://schemas.openxmlformats.org/officeDocument/2006/relationships/hyperlink" Target="https://dlinrt.eu/products/company/quanta-computer" TargetMode="External"/><Relationship Id="rId111" Type="http://schemas.openxmlformats.org/officeDocument/2006/relationships/hyperlink" Target="https://dlinrt.eu/products/company/elekta" TargetMode="External"/><Relationship Id="rId112" Type="http://schemas.openxmlformats.org/officeDocument/2006/relationships/hyperlink" Target="https://dlinrt.eu/products/company/elekta" TargetMode="External"/><Relationship Id="rId114" Type="http://schemas.openxmlformats.org/officeDocument/2006/relationships/hyperlink" Target="https://dlinrt.eu/products/company/accuray" TargetMode="External"/><Relationship Id="rId115" Type="http://schemas.openxmlformats.org/officeDocument/2006/relationships/hyperlink" Target="https://dlinrt.eu/products/company/accuray" TargetMode="External"/><Relationship Id="rId117" Type="http://schemas.openxmlformats.org/officeDocument/2006/relationships/hyperlink" Target="https://dlinrt.eu/products/company/sun-nuclear" TargetMode="External"/><Relationship Id="rId118" Type="http://schemas.openxmlformats.org/officeDocument/2006/relationships/hyperlink" Target="https://dlinrt.eu/products/company/sun-nuclear" TargetMode="External"/><Relationship Id="rId120" Type="http://schemas.openxmlformats.org/officeDocument/2006/relationships/hyperlink" Target="https://dlinrt.eu/products/company/md-anderson" TargetMode="External"/><Relationship Id="rId121" Type="http://schemas.openxmlformats.org/officeDocument/2006/relationships/hyperlink" Target="https://dlinrt.eu/products/company/md-anderson" TargetMode="External"/><Relationship Id="rId123" Type="http://schemas.openxmlformats.org/officeDocument/2006/relationships/hyperlink" Target="https://dlinrt.eu/products/company/brainlab" TargetMode="External"/><Relationship Id="rId124" Type="http://schemas.openxmlformats.org/officeDocument/2006/relationships/hyperlink" Target="https://dlinrt.eu/products/company/brainlab" TargetMode="External"/><Relationship Id="rId126" Type="http://schemas.openxmlformats.org/officeDocument/2006/relationships/hyperlink" Target="https://dlinrt.eu/products/company/varian" TargetMode="External"/><Relationship Id="rId127" Type="http://schemas.openxmlformats.org/officeDocument/2006/relationships/hyperlink" Target="https://dlinrt.eu/products/company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creativecommons.org/licenses/by/4.0/" TargetMode="External"/><Relationship Id="rId132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1" Type="http://schemas.openxmlformats.org/officeDocument/2006/relationships/image" Target="../media/image-4-44.png"/><Relationship Id="rId133" Type="http://schemas.openxmlformats.org/officeDocument/2006/relationships/slideLayout" Target="../slideLayouts/slideLayout1.xml"/><Relationship Id="rId1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" y="1298448"/>
            <a:ext cx="1417712" cy="3444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112656" y="1298448"/>
            <a:ext cx="141771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749824" y="1298448"/>
            <a:ext cx="1417712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86992" y="1298448"/>
            <a:ext cx="1417712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024160" y="1298448"/>
            <a:ext cx="1417712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661327" y="1298448"/>
            <a:ext cx="1417712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10298495" y="1298448"/>
            <a:ext cx="1417712" cy="34442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475488" y="2136648"/>
            <a:ext cx="1417712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2112656" y="2136648"/>
            <a:ext cx="1417712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3749824" y="2136648"/>
            <a:ext cx="1417712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5386992" y="2136648"/>
            <a:ext cx="1417712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7024160" y="2136648"/>
            <a:ext cx="1417712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8661327" y="2136648"/>
            <a:ext cx="1417712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rcRect l="0" r="0" t="0" b="0"/>
          <a:stretch/>
        </p:blipFill>
        <p:spPr>
          <a:xfrm>
            <a:off x="10298495" y="2136648"/>
            <a:ext cx="1417712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rcRect l="0" r="0" t="0" b="0"/>
          <a:stretch/>
        </p:blipFill>
        <p:spPr>
          <a:xfrm>
            <a:off x="475488" y="2974848"/>
            <a:ext cx="1417712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rcRect l="0" r="0" t="0" b="0"/>
          <a:stretch/>
        </p:blipFill>
        <p:spPr>
          <a:xfrm>
            <a:off x="2112656" y="2974848"/>
            <a:ext cx="1417712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rcRect l="0" r="0" t="0" b="0"/>
          <a:stretch/>
        </p:blipFill>
        <p:spPr>
          <a:xfrm>
            <a:off x="3749824" y="2974848"/>
            <a:ext cx="1417712" cy="344424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rcRect l="0" r="0" t="0" b="0"/>
          <a:stretch/>
        </p:blipFill>
        <p:spPr>
          <a:xfrm>
            <a:off x="5386992" y="2974848"/>
            <a:ext cx="1417712" cy="344424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rcRect l="0" r="0" t="0" b="0"/>
          <a:stretch/>
        </p:blipFill>
        <p:spPr>
          <a:xfrm>
            <a:off x="7024160" y="2974848"/>
            <a:ext cx="1417712" cy="344424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rcRect l="0" r="0" t="0" b="0"/>
          <a:stretch/>
        </p:blipFill>
        <p:spPr>
          <a:xfrm>
            <a:off x="8661327" y="2974848"/>
            <a:ext cx="1417712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rcRect l="0" r="0" t="0" b="0"/>
          <a:stretch/>
        </p:blipFill>
        <p:spPr>
          <a:xfrm>
            <a:off x="10298495" y="2974848"/>
            <a:ext cx="1417712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rcRect l="0" r="0" t="0" b="0"/>
          <a:stretch/>
        </p:blipFill>
        <p:spPr>
          <a:xfrm>
            <a:off x="475488" y="3813048"/>
            <a:ext cx="1417712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rcRect l="0" r="0" t="0" b="0"/>
          <a:stretch/>
        </p:blipFill>
        <p:spPr>
          <a:xfrm>
            <a:off x="2112656" y="3813048"/>
            <a:ext cx="1417712" cy="344424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rcRect l="0" r="0" t="0" b="0"/>
          <a:stretch/>
        </p:blipFill>
        <p:spPr>
          <a:xfrm>
            <a:off x="3749824" y="3813048"/>
            <a:ext cx="1417712" cy="344424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rcRect l="0" r="0" t="0" b="0"/>
          <a:stretch/>
        </p:blipFill>
        <p:spPr>
          <a:xfrm>
            <a:off x="5386992" y="3813048"/>
            <a:ext cx="1417712" cy="344424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rcRect l="0" r="0" t="0" b="0"/>
          <a:stretch/>
        </p:blipFill>
        <p:spPr>
          <a:xfrm>
            <a:off x="7024160" y="3813048"/>
            <a:ext cx="1417712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rcRect l="0" r="0" t="0" b="0"/>
          <a:stretch/>
        </p:blipFill>
        <p:spPr>
          <a:xfrm>
            <a:off x="8661327" y="3813048"/>
            <a:ext cx="1417712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rcRect l="0" r="0" t="0" b="0"/>
          <a:stretch/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rcRect l="0" r="0" t="0" b="0"/>
          <a:stretch/>
        </p:blipFill>
        <p:spPr>
          <a:xfrm>
            <a:off x="475488" y="4651248"/>
            <a:ext cx="1417712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rcRect l="0" r="0" t="0" b="0"/>
          <a:stretch/>
        </p:blipFill>
        <p:spPr>
          <a:xfrm>
            <a:off x="2112656" y="4651248"/>
            <a:ext cx="1417712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rcRect l="0" r="0" t="0" b="0"/>
          <a:stretch/>
        </p:blipFill>
        <p:spPr>
          <a:xfrm>
            <a:off x="3749824" y="4651248"/>
            <a:ext cx="1417712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rcRect l="0" r="0" t="0" b="0"/>
          <a:stretch/>
        </p:blipFill>
        <p:spPr>
          <a:xfrm>
            <a:off x="5386992" y="4651248"/>
            <a:ext cx="1417712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rcRect l="0" r="0" t="0" b="0"/>
          <a:stretch/>
        </p:blipFill>
        <p:spPr>
          <a:xfrm>
            <a:off x="7024160" y="4651248"/>
            <a:ext cx="141771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rcRect l="0" r="0" t="0" b="0"/>
          <a:stretch/>
        </p:blipFill>
        <p:spPr>
          <a:xfrm>
            <a:off x="8661327" y="4651248"/>
            <a:ext cx="1417712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rcRect l="0" r="0" t="0" b="0"/>
          <a:stretch/>
        </p:blipFill>
        <p:spPr>
          <a:xfrm>
            <a:off x="10298495" y="4651248"/>
            <a:ext cx="1417712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rcRect l="0" r="0" t="0" b="0"/>
          <a:stretch/>
        </p:blipFill>
        <p:spPr>
          <a:xfrm>
            <a:off x="475488" y="5489448"/>
            <a:ext cx="1417712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rcRect l="0" r="0" t="0" b="0"/>
          <a:stretch/>
        </p:blipFill>
        <p:spPr>
          <a:xfrm>
            <a:off x="2112656" y="5489448"/>
            <a:ext cx="1417712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rcRect l="0" r="0" t="0" b="0"/>
          <a:stretch/>
        </p:blipFill>
        <p:spPr>
          <a:xfrm>
            <a:off x="3749824" y="5489448"/>
            <a:ext cx="1417712" cy="344424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rcRect l="0" r="0" t="0" b="0"/>
          <a:stretch/>
        </p:blipFill>
        <p:spPr>
          <a:xfrm>
            <a:off x="5386992" y="5489448"/>
            <a:ext cx="1417712" cy="34442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rcRect l="0" r="0" t="0" b="0"/>
          <a:stretch/>
        </p:blipFill>
        <p:spPr>
          <a:xfrm>
            <a:off x="7024160" y="5489448"/>
            <a:ext cx="1417712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rcRect l="0" r="0" t="0" b="0"/>
          <a:stretch/>
        </p:blipFill>
        <p:spPr>
          <a:xfrm>
            <a:off x="8661327" y="5489448"/>
            <a:ext cx="1417712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rcRect l="0" r="0" t="0" b="0"/>
          <a:stretch/>
        </p:blipFill>
        <p:spPr>
          <a:xfrm>
            <a:off x="10298495" y="5489448"/>
            <a:ext cx="1417712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0" name="Image 43" descr="public/newsletters/2026-06/_assets/linkedin.png">
            <a:hlinkClick r:id="rId132" tooltip="DLinRT on LinkedIn"/>
          </p:cNvPr>
          <p:cNvPicPr>
            <a:picLocks noChangeAspect="1"/>
          </p:cNvPicPr>
          <p:nvPr/>
        </p:nvPicPr>
        <p:blipFill>
          <a:blip r:embed="rId131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2026-06-16T20:33:02Z</dcterms:created>
  <dcterms:modified xsi:type="dcterms:W3CDTF">2026-06-16T20:33:02Z</dcterms:modified>
</cp:coreProperties>
</file>